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23039388" cy="23039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43"/>
  </p:normalViewPr>
  <p:slideViewPr>
    <p:cSldViewPr snapToGrid="0">
      <p:cViewPr varScale="1">
        <p:scale>
          <a:sx n="89" d="100"/>
          <a:sy n="89" d="100"/>
        </p:scale>
        <p:origin x="216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954" y="3770568"/>
            <a:ext cx="19583480" cy="8021120"/>
          </a:xfrm>
        </p:spPr>
        <p:txBody>
          <a:bodyPr anchor="b"/>
          <a:lstStyle>
            <a:lvl1pPr algn="ctr">
              <a:defRPr sz="1511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79924" y="12101014"/>
            <a:ext cx="17279541" cy="5562517"/>
          </a:xfrm>
        </p:spPr>
        <p:txBody>
          <a:bodyPr/>
          <a:lstStyle>
            <a:lvl1pPr marL="0" indent="0" algn="ctr">
              <a:buNone/>
              <a:defRPr sz="6047"/>
            </a:lvl1pPr>
            <a:lvl2pPr marL="1151961" indent="0" algn="ctr">
              <a:buNone/>
              <a:defRPr sz="5039"/>
            </a:lvl2pPr>
            <a:lvl3pPr marL="2303922" indent="0" algn="ctr">
              <a:buNone/>
              <a:defRPr sz="4535"/>
            </a:lvl3pPr>
            <a:lvl4pPr marL="3455883" indent="0" algn="ctr">
              <a:buNone/>
              <a:defRPr sz="4031"/>
            </a:lvl4pPr>
            <a:lvl5pPr marL="4607844" indent="0" algn="ctr">
              <a:buNone/>
              <a:defRPr sz="4031"/>
            </a:lvl5pPr>
            <a:lvl6pPr marL="5759806" indent="0" algn="ctr">
              <a:buNone/>
              <a:defRPr sz="4031"/>
            </a:lvl6pPr>
            <a:lvl7pPr marL="6911767" indent="0" algn="ctr">
              <a:buNone/>
              <a:defRPr sz="4031"/>
            </a:lvl7pPr>
            <a:lvl8pPr marL="8063728" indent="0" algn="ctr">
              <a:buNone/>
              <a:defRPr sz="4031"/>
            </a:lvl8pPr>
            <a:lvl9pPr marL="9215689" indent="0" algn="ctr">
              <a:buNone/>
              <a:defRPr sz="403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0026-7F37-2D41-944E-EC43A8724824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2600-63BF-6742-9FA7-79A0FF3748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473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0026-7F37-2D41-944E-EC43A8724824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2600-63BF-6742-9FA7-79A0FF3748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08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960" y="5743854"/>
            <a:ext cx="19871472" cy="9583744"/>
          </a:xfrm>
        </p:spPr>
        <p:txBody>
          <a:bodyPr anchor="b"/>
          <a:lstStyle>
            <a:lvl1pPr>
              <a:defRPr sz="1511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960" y="15418264"/>
            <a:ext cx="19871472" cy="5039864"/>
          </a:xfrm>
        </p:spPr>
        <p:txBody>
          <a:bodyPr/>
          <a:lstStyle>
            <a:lvl1pPr marL="0" indent="0">
              <a:buNone/>
              <a:defRPr sz="6047">
                <a:solidFill>
                  <a:schemeClr val="tx1">
                    <a:shade val="82000"/>
                  </a:schemeClr>
                </a:solidFill>
              </a:defRPr>
            </a:lvl1pPr>
            <a:lvl2pPr marL="1151961" indent="0">
              <a:buNone/>
              <a:defRPr sz="5039">
                <a:solidFill>
                  <a:schemeClr val="tx1">
                    <a:shade val="82000"/>
                  </a:schemeClr>
                </a:solidFill>
              </a:defRPr>
            </a:lvl2pPr>
            <a:lvl3pPr marL="2303922" indent="0">
              <a:buNone/>
              <a:defRPr sz="4535">
                <a:solidFill>
                  <a:schemeClr val="tx1">
                    <a:shade val="82000"/>
                  </a:schemeClr>
                </a:solidFill>
              </a:defRPr>
            </a:lvl3pPr>
            <a:lvl4pPr marL="3455883" indent="0">
              <a:buNone/>
              <a:defRPr sz="4031">
                <a:solidFill>
                  <a:schemeClr val="tx1">
                    <a:shade val="82000"/>
                  </a:schemeClr>
                </a:solidFill>
              </a:defRPr>
            </a:lvl4pPr>
            <a:lvl5pPr marL="4607844" indent="0">
              <a:buNone/>
              <a:defRPr sz="4031">
                <a:solidFill>
                  <a:schemeClr val="tx1">
                    <a:shade val="82000"/>
                  </a:schemeClr>
                </a:solidFill>
              </a:defRPr>
            </a:lvl5pPr>
            <a:lvl6pPr marL="5759806" indent="0">
              <a:buNone/>
              <a:defRPr sz="4031">
                <a:solidFill>
                  <a:schemeClr val="tx1">
                    <a:shade val="82000"/>
                  </a:schemeClr>
                </a:solidFill>
              </a:defRPr>
            </a:lvl6pPr>
            <a:lvl7pPr marL="6911767" indent="0">
              <a:buNone/>
              <a:defRPr sz="4031">
                <a:solidFill>
                  <a:schemeClr val="tx1">
                    <a:shade val="82000"/>
                  </a:schemeClr>
                </a:solidFill>
              </a:defRPr>
            </a:lvl7pPr>
            <a:lvl8pPr marL="8063728" indent="0">
              <a:buNone/>
              <a:defRPr sz="4031">
                <a:solidFill>
                  <a:schemeClr val="tx1">
                    <a:shade val="82000"/>
                  </a:schemeClr>
                </a:solidFill>
              </a:defRPr>
            </a:lvl8pPr>
            <a:lvl9pPr marL="9215689" indent="0">
              <a:buNone/>
              <a:defRPr sz="4031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0026-7F37-2D41-944E-EC43A8724824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2600-63BF-6742-9FA7-79A0FF3748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003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3958" y="6133170"/>
            <a:ext cx="9791740" cy="146182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63690" y="6133170"/>
            <a:ext cx="9791740" cy="146182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0026-7F37-2D41-944E-EC43A8724824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2600-63BF-6742-9FA7-79A0FF3748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929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59" y="1226639"/>
            <a:ext cx="19871472" cy="44532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6961" y="5647852"/>
            <a:ext cx="9746740" cy="2767925"/>
          </a:xfrm>
        </p:spPr>
        <p:txBody>
          <a:bodyPr anchor="b"/>
          <a:lstStyle>
            <a:lvl1pPr marL="0" indent="0">
              <a:buNone/>
              <a:defRPr sz="6047" b="1"/>
            </a:lvl1pPr>
            <a:lvl2pPr marL="1151961" indent="0">
              <a:buNone/>
              <a:defRPr sz="5039" b="1"/>
            </a:lvl2pPr>
            <a:lvl3pPr marL="2303922" indent="0">
              <a:buNone/>
              <a:defRPr sz="4535" b="1"/>
            </a:lvl3pPr>
            <a:lvl4pPr marL="3455883" indent="0">
              <a:buNone/>
              <a:defRPr sz="4031" b="1"/>
            </a:lvl4pPr>
            <a:lvl5pPr marL="4607844" indent="0">
              <a:buNone/>
              <a:defRPr sz="4031" b="1"/>
            </a:lvl5pPr>
            <a:lvl6pPr marL="5759806" indent="0">
              <a:buNone/>
              <a:defRPr sz="4031" b="1"/>
            </a:lvl6pPr>
            <a:lvl7pPr marL="6911767" indent="0">
              <a:buNone/>
              <a:defRPr sz="4031" b="1"/>
            </a:lvl7pPr>
            <a:lvl8pPr marL="8063728" indent="0">
              <a:buNone/>
              <a:defRPr sz="4031" b="1"/>
            </a:lvl8pPr>
            <a:lvl9pPr marL="9215689" indent="0">
              <a:buNone/>
              <a:defRPr sz="403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6961" y="8415776"/>
            <a:ext cx="9746740" cy="123783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63691" y="5647852"/>
            <a:ext cx="9794741" cy="2767925"/>
          </a:xfrm>
        </p:spPr>
        <p:txBody>
          <a:bodyPr anchor="b"/>
          <a:lstStyle>
            <a:lvl1pPr marL="0" indent="0">
              <a:buNone/>
              <a:defRPr sz="6047" b="1"/>
            </a:lvl1pPr>
            <a:lvl2pPr marL="1151961" indent="0">
              <a:buNone/>
              <a:defRPr sz="5039" b="1"/>
            </a:lvl2pPr>
            <a:lvl3pPr marL="2303922" indent="0">
              <a:buNone/>
              <a:defRPr sz="4535" b="1"/>
            </a:lvl3pPr>
            <a:lvl4pPr marL="3455883" indent="0">
              <a:buNone/>
              <a:defRPr sz="4031" b="1"/>
            </a:lvl4pPr>
            <a:lvl5pPr marL="4607844" indent="0">
              <a:buNone/>
              <a:defRPr sz="4031" b="1"/>
            </a:lvl5pPr>
            <a:lvl6pPr marL="5759806" indent="0">
              <a:buNone/>
              <a:defRPr sz="4031" b="1"/>
            </a:lvl6pPr>
            <a:lvl7pPr marL="6911767" indent="0">
              <a:buNone/>
              <a:defRPr sz="4031" b="1"/>
            </a:lvl7pPr>
            <a:lvl8pPr marL="8063728" indent="0">
              <a:buNone/>
              <a:defRPr sz="4031" b="1"/>
            </a:lvl8pPr>
            <a:lvl9pPr marL="9215689" indent="0">
              <a:buNone/>
              <a:defRPr sz="403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63691" y="8415776"/>
            <a:ext cx="9794741" cy="123783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0026-7F37-2D41-944E-EC43A8724824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2600-63BF-6742-9FA7-79A0FF3748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180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0026-7F37-2D41-944E-EC43A8724824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2600-63BF-6742-9FA7-79A0FF3748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568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0026-7F37-2D41-944E-EC43A8724824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2600-63BF-6742-9FA7-79A0FF3748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560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59" y="1535959"/>
            <a:ext cx="7430802" cy="5375857"/>
          </a:xfrm>
        </p:spPr>
        <p:txBody>
          <a:bodyPr anchor="b"/>
          <a:lstStyle>
            <a:lvl1pPr>
              <a:defRPr sz="806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4741" y="3317250"/>
            <a:ext cx="11663690" cy="16372898"/>
          </a:xfrm>
        </p:spPr>
        <p:txBody>
          <a:bodyPr/>
          <a:lstStyle>
            <a:lvl1pPr>
              <a:defRPr sz="8063"/>
            </a:lvl1pPr>
            <a:lvl2pPr>
              <a:defRPr sz="7055"/>
            </a:lvl2pPr>
            <a:lvl3pPr>
              <a:defRPr sz="6047"/>
            </a:lvl3pPr>
            <a:lvl4pPr>
              <a:defRPr sz="5039"/>
            </a:lvl4pPr>
            <a:lvl5pPr>
              <a:defRPr sz="5039"/>
            </a:lvl5pPr>
            <a:lvl6pPr>
              <a:defRPr sz="5039"/>
            </a:lvl6pPr>
            <a:lvl7pPr>
              <a:defRPr sz="5039"/>
            </a:lvl7pPr>
            <a:lvl8pPr>
              <a:defRPr sz="5039"/>
            </a:lvl8pPr>
            <a:lvl9pPr>
              <a:defRPr sz="503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6959" y="6911816"/>
            <a:ext cx="7430802" cy="12804995"/>
          </a:xfrm>
        </p:spPr>
        <p:txBody>
          <a:bodyPr/>
          <a:lstStyle>
            <a:lvl1pPr marL="0" indent="0">
              <a:buNone/>
              <a:defRPr sz="4031"/>
            </a:lvl1pPr>
            <a:lvl2pPr marL="1151961" indent="0">
              <a:buNone/>
              <a:defRPr sz="3527"/>
            </a:lvl2pPr>
            <a:lvl3pPr marL="2303922" indent="0">
              <a:buNone/>
              <a:defRPr sz="3024"/>
            </a:lvl3pPr>
            <a:lvl4pPr marL="3455883" indent="0">
              <a:buNone/>
              <a:defRPr sz="2520"/>
            </a:lvl4pPr>
            <a:lvl5pPr marL="4607844" indent="0">
              <a:buNone/>
              <a:defRPr sz="2520"/>
            </a:lvl5pPr>
            <a:lvl6pPr marL="5759806" indent="0">
              <a:buNone/>
              <a:defRPr sz="2520"/>
            </a:lvl6pPr>
            <a:lvl7pPr marL="6911767" indent="0">
              <a:buNone/>
              <a:defRPr sz="2520"/>
            </a:lvl7pPr>
            <a:lvl8pPr marL="8063728" indent="0">
              <a:buNone/>
              <a:defRPr sz="2520"/>
            </a:lvl8pPr>
            <a:lvl9pPr marL="9215689" indent="0">
              <a:buNone/>
              <a:defRPr sz="252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0026-7F37-2D41-944E-EC43A8724824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2600-63BF-6742-9FA7-79A0FF3748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063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59" y="1535959"/>
            <a:ext cx="7430802" cy="5375857"/>
          </a:xfrm>
        </p:spPr>
        <p:txBody>
          <a:bodyPr anchor="b"/>
          <a:lstStyle>
            <a:lvl1pPr>
              <a:defRPr sz="806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94741" y="3317250"/>
            <a:ext cx="11663690" cy="16372898"/>
          </a:xfrm>
        </p:spPr>
        <p:txBody>
          <a:bodyPr anchor="t"/>
          <a:lstStyle>
            <a:lvl1pPr marL="0" indent="0">
              <a:buNone/>
              <a:defRPr sz="8063"/>
            </a:lvl1pPr>
            <a:lvl2pPr marL="1151961" indent="0">
              <a:buNone/>
              <a:defRPr sz="7055"/>
            </a:lvl2pPr>
            <a:lvl3pPr marL="2303922" indent="0">
              <a:buNone/>
              <a:defRPr sz="6047"/>
            </a:lvl3pPr>
            <a:lvl4pPr marL="3455883" indent="0">
              <a:buNone/>
              <a:defRPr sz="5039"/>
            </a:lvl4pPr>
            <a:lvl5pPr marL="4607844" indent="0">
              <a:buNone/>
              <a:defRPr sz="5039"/>
            </a:lvl5pPr>
            <a:lvl6pPr marL="5759806" indent="0">
              <a:buNone/>
              <a:defRPr sz="5039"/>
            </a:lvl6pPr>
            <a:lvl7pPr marL="6911767" indent="0">
              <a:buNone/>
              <a:defRPr sz="5039"/>
            </a:lvl7pPr>
            <a:lvl8pPr marL="8063728" indent="0">
              <a:buNone/>
              <a:defRPr sz="5039"/>
            </a:lvl8pPr>
            <a:lvl9pPr marL="9215689" indent="0">
              <a:buNone/>
              <a:defRPr sz="5039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6959" y="6911816"/>
            <a:ext cx="7430802" cy="12804995"/>
          </a:xfrm>
        </p:spPr>
        <p:txBody>
          <a:bodyPr/>
          <a:lstStyle>
            <a:lvl1pPr marL="0" indent="0">
              <a:buNone/>
              <a:defRPr sz="4031"/>
            </a:lvl1pPr>
            <a:lvl2pPr marL="1151961" indent="0">
              <a:buNone/>
              <a:defRPr sz="3527"/>
            </a:lvl2pPr>
            <a:lvl3pPr marL="2303922" indent="0">
              <a:buNone/>
              <a:defRPr sz="3024"/>
            </a:lvl3pPr>
            <a:lvl4pPr marL="3455883" indent="0">
              <a:buNone/>
              <a:defRPr sz="2520"/>
            </a:lvl4pPr>
            <a:lvl5pPr marL="4607844" indent="0">
              <a:buNone/>
              <a:defRPr sz="2520"/>
            </a:lvl5pPr>
            <a:lvl6pPr marL="5759806" indent="0">
              <a:buNone/>
              <a:defRPr sz="2520"/>
            </a:lvl6pPr>
            <a:lvl7pPr marL="6911767" indent="0">
              <a:buNone/>
              <a:defRPr sz="2520"/>
            </a:lvl7pPr>
            <a:lvl8pPr marL="8063728" indent="0">
              <a:buNone/>
              <a:defRPr sz="2520"/>
            </a:lvl8pPr>
            <a:lvl9pPr marL="9215689" indent="0">
              <a:buNone/>
              <a:defRPr sz="252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0026-7F37-2D41-944E-EC43A8724824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2600-63BF-6742-9FA7-79A0FF3748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031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0026-7F37-2D41-944E-EC43A8724824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2600-63BF-6742-9FA7-79A0FF3748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990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487563" y="1226634"/>
            <a:ext cx="4967868" cy="1952481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83959" y="1226634"/>
            <a:ext cx="14615612" cy="1952481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0026-7F37-2D41-944E-EC43A8724824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2600-63BF-6742-9FA7-79A0FF3748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2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83958" y="1226639"/>
            <a:ext cx="19871472" cy="4453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958" y="6133170"/>
            <a:ext cx="19871472" cy="14618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83958" y="21354105"/>
            <a:ext cx="5183862" cy="12266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24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37C0026-7F37-2D41-944E-EC43A8724824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31798" y="21354105"/>
            <a:ext cx="7775793" cy="12266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24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71568" y="21354105"/>
            <a:ext cx="5183862" cy="12266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24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B4B2600-63BF-6742-9FA7-79A0FF3748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2287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303922" rtl="0" eaLnBrk="1" latinLnBrk="0" hangingPunct="1">
        <a:lnSpc>
          <a:spcPct val="90000"/>
        </a:lnSpc>
        <a:spcBef>
          <a:spcPct val="0"/>
        </a:spcBef>
        <a:buNone/>
        <a:defRPr sz="110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5981" indent="-575981" algn="l" defTabSz="2303922" rtl="0" eaLnBrk="1" latinLnBrk="0" hangingPunct="1">
        <a:lnSpc>
          <a:spcPct val="90000"/>
        </a:lnSpc>
        <a:spcBef>
          <a:spcPts val="2520"/>
        </a:spcBef>
        <a:buFont typeface="Arial" panose="020B0604020202020204" pitchFamily="34" charset="0"/>
        <a:buChar char="•"/>
        <a:defRPr sz="7055" kern="1200">
          <a:solidFill>
            <a:schemeClr val="tx1"/>
          </a:solidFill>
          <a:latin typeface="+mn-lt"/>
          <a:ea typeface="+mn-ea"/>
          <a:cs typeface="+mn-cs"/>
        </a:defRPr>
      </a:lvl1pPr>
      <a:lvl2pPr marL="1727942" indent="-575981" algn="l" defTabSz="2303922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6047" kern="1200">
          <a:solidFill>
            <a:schemeClr val="tx1"/>
          </a:solidFill>
          <a:latin typeface="+mn-lt"/>
          <a:ea typeface="+mn-ea"/>
          <a:cs typeface="+mn-cs"/>
        </a:defRPr>
      </a:lvl2pPr>
      <a:lvl3pPr marL="2879903" indent="-575981" algn="l" defTabSz="2303922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5039" kern="1200">
          <a:solidFill>
            <a:schemeClr val="tx1"/>
          </a:solidFill>
          <a:latin typeface="+mn-lt"/>
          <a:ea typeface="+mn-ea"/>
          <a:cs typeface="+mn-cs"/>
        </a:defRPr>
      </a:lvl3pPr>
      <a:lvl4pPr marL="4031864" indent="-575981" algn="l" defTabSz="2303922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4pPr>
      <a:lvl5pPr marL="5183825" indent="-575981" algn="l" defTabSz="2303922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5pPr>
      <a:lvl6pPr marL="6335786" indent="-575981" algn="l" defTabSz="2303922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6pPr>
      <a:lvl7pPr marL="7487747" indent="-575981" algn="l" defTabSz="2303922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7pPr>
      <a:lvl8pPr marL="8639708" indent="-575981" algn="l" defTabSz="2303922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8pPr>
      <a:lvl9pPr marL="9791670" indent="-575981" algn="l" defTabSz="2303922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1pPr>
      <a:lvl2pPr marL="1151961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2pPr>
      <a:lvl3pPr marL="2303922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3pPr>
      <a:lvl4pPr marL="3455883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4pPr>
      <a:lvl5pPr marL="4607844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5pPr>
      <a:lvl6pPr marL="5759806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6pPr>
      <a:lvl7pPr marL="6911767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7pPr>
      <a:lvl8pPr marL="8063728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8pPr>
      <a:lvl9pPr marL="9215689" algn="l" defTabSz="2303922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E90E66-5E0F-36CD-A0F8-F1928280C0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36" r="42576"/>
          <a:stretch>
            <a:fillRect/>
          </a:stretch>
        </p:blipFill>
        <p:spPr>
          <a:xfrm>
            <a:off x="2682874" y="300038"/>
            <a:ext cx="17987963" cy="2219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29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FEE9E2-1786-8629-D409-496093865060}"/>
              </a:ext>
            </a:extLst>
          </p:cNvPr>
          <p:cNvSpPr/>
          <p:nvPr/>
        </p:nvSpPr>
        <p:spPr>
          <a:xfrm>
            <a:off x="0" y="0"/>
            <a:ext cx="23039388" cy="2303938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E7DF7D-EFB7-3583-92F1-545AAFFAE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163" y="-417534"/>
            <a:ext cx="16702087" cy="2387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80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</TotalTime>
  <Words>0</Words>
  <Application>Microsoft Macintosh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Durrant</dc:creator>
  <cp:lastModifiedBy>Jon Durrant</cp:lastModifiedBy>
  <cp:revision>3</cp:revision>
  <dcterms:created xsi:type="dcterms:W3CDTF">2026-05-23T07:47:04Z</dcterms:created>
  <dcterms:modified xsi:type="dcterms:W3CDTF">2026-05-23T09:01:04Z</dcterms:modified>
</cp:coreProperties>
</file>