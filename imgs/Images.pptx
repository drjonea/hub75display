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</p:sldIdLst>
  <p:sldSz cx="9215438" cy="485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965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3"/>
    <p:restoredTop sz="94592"/>
  </p:normalViewPr>
  <p:slideViewPr>
    <p:cSldViewPr snapToGrid="0">
      <p:cViewPr varScale="1">
        <p:scale>
          <a:sx n="400" d="100"/>
          <a:sy n="400" d="100"/>
        </p:scale>
        <p:origin x="207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1930" y="795267"/>
            <a:ext cx="6911579" cy="1691770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1930" y="2552278"/>
            <a:ext cx="6911579" cy="1173215"/>
          </a:xfrm>
        </p:spPr>
        <p:txBody>
          <a:bodyPr/>
          <a:lstStyle>
            <a:lvl1pPr marL="0" indent="0" algn="ctr">
              <a:buNone/>
              <a:defRPr sz="1701"/>
            </a:lvl1pPr>
            <a:lvl2pPr marL="323972" indent="0" algn="ctr">
              <a:buNone/>
              <a:defRPr sz="1417"/>
            </a:lvl2pPr>
            <a:lvl3pPr marL="647944" indent="0" algn="ctr">
              <a:buNone/>
              <a:defRPr sz="1275"/>
            </a:lvl3pPr>
            <a:lvl4pPr marL="971916" indent="0" algn="ctr">
              <a:buNone/>
              <a:defRPr sz="1134"/>
            </a:lvl4pPr>
            <a:lvl5pPr marL="1295888" indent="0" algn="ctr">
              <a:buNone/>
              <a:defRPr sz="1134"/>
            </a:lvl5pPr>
            <a:lvl6pPr marL="1619860" indent="0" algn="ctr">
              <a:buNone/>
              <a:defRPr sz="1134"/>
            </a:lvl6pPr>
            <a:lvl7pPr marL="1943832" indent="0" algn="ctr">
              <a:buNone/>
              <a:defRPr sz="1134"/>
            </a:lvl7pPr>
            <a:lvl8pPr marL="2267803" indent="0" algn="ctr">
              <a:buNone/>
              <a:defRPr sz="1134"/>
            </a:lvl8pPr>
            <a:lvl9pPr marL="2591775" indent="0" algn="ctr">
              <a:buNone/>
              <a:defRPr sz="113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38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01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762" y="1211461"/>
            <a:ext cx="7948315" cy="2021349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762" y="3251933"/>
            <a:ext cx="7948315" cy="1062980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shade val="82000"/>
                  </a:schemeClr>
                </a:solidFill>
              </a:defRPr>
            </a:lvl1pPr>
            <a:lvl2pPr marL="323972" indent="0">
              <a:buNone/>
              <a:defRPr sz="1417">
                <a:solidFill>
                  <a:schemeClr val="tx1">
                    <a:shade val="82000"/>
                  </a:schemeClr>
                </a:solidFill>
              </a:defRPr>
            </a:lvl2pPr>
            <a:lvl3pPr marL="647944" indent="0">
              <a:buNone/>
              <a:defRPr sz="1275">
                <a:solidFill>
                  <a:schemeClr val="tx1">
                    <a:shade val="82000"/>
                  </a:schemeClr>
                </a:solidFill>
              </a:defRPr>
            </a:lvl3pPr>
            <a:lvl4pPr marL="971916" indent="0">
              <a:buNone/>
              <a:defRPr sz="1134">
                <a:solidFill>
                  <a:schemeClr val="tx1">
                    <a:shade val="82000"/>
                  </a:schemeClr>
                </a:solidFill>
              </a:defRPr>
            </a:lvl4pPr>
            <a:lvl5pPr marL="1295888" indent="0">
              <a:buNone/>
              <a:defRPr sz="1134">
                <a:solidFill>
                  <a:schemeClr val="tx1">
                    <a:shade val="82000"/>
                  </a:schemeClr>
                </a:solidFill>
              </a:defRPr>
            </a:lvl5pPr>
            <a:lvl6pPr marL="1619860" indent="0">
              <a:buNone/>
              <a:defRPr sz="1134">
                <a:solidFill>
                  <a:schemeClr val="tx1">
                    <a:shade val="82000"/>
                  </a:schemeClr>
                </a:solidFill>
              </a:defRPr>
            </a:lvl6pPr>
            <a:lvl7pPr marL="1943832" indent="0">
              <a:buNone/>
              <a:defRPr sz="1134">
                <a:solidFill>
                  <a:schemeClr val="tx1">
                    <a:shade val="82000"/>
                  </a:schemeClr>
                </a:solidFill>
              </a:defRPr>
            </a:lvl7pPr>
            <a:lvl8pPr marL="2267803" indent="0">
              <a:buNone/>
              <a:defRPr sz="1134">
                <a:solidFill>
                  <a:schemeClr val="tx1">
                    <a:shade val="82000"/>
                  </a:schemeClr>
                </a:solidFill>
              </a:defRPr>
            </a:lvl8pPr>
            <a:lvl9pPr marL="2591775" indent="0">
              <a:buNone/>
              <a:defRPr sz="1134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030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561" y="1293574"/>
            <a:ext cx="3916561" cy="308320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5316" y="1293574"/>
            <a:ext cx="3916561" cy="308320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71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62" y="258715"/>
            <a:ext cx="7948315" cy="93924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4762" y="1191213"/>
            <a:ext cx="3898562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762" y="1775008"/>
            <a:ext cx="3898562" cy="26107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5316" y="1191213"/>
            <a:ext cx="3917761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5316" y="1775008"/>
            <a:ext cx="3917761" cy="26107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30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64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5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62" y="323956"/>
            <a:ext cx="2972218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7762" y="699655"/>
            <a:ext cx="4665315" cy="3453280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762" y="1457802"/>
            <a:ext cx="2972218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46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62" y="323956"/>
            <a:ext cx="2972218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17762" y="699655"/>
            <a:ext cx="4665315" cy="3453280"/>
          </a:xfrm>
        </p:spPr>
        <p:txBody>
          <a:bodyPr anchor="t"/>
          <a:lstStyle>
            <a:lvl1pPr marL="0" indent="0">
              <a:buNone/>
              <a:defRPr sz="2268"/>
            </a:lvl1pPr>
            <a:lvl2pPr marL="323972" indent="0">
              <a:buNone/>
              <a:defRPr sz="1984"/>
            </a:lvl2pPr>
            <a:lvl3pPr marL="647944" indent="0">
              <a:buNone/>
              <a:defRPr sz="1701"/>
            </a:lvl3pPr>
            <a:lvl4pPr marL="971916" indent="0">
              <a:buNone/>
              <a:defRPr sz="1417"/>
            </a:lvl4pPr>
            <a:lvl5pPr marL="1295888" indent="0">
              <a:buNone/>
              <a:defRPr sz="1417"/>
            </a:lvl5pPr>
            <a:lvl6pPr marL="1619860" indent="0">
              <a:buNone/>
              <a:defRPr sz="1417"/>
            </a:lvl6pPr>
            <a:lvl7pPr marL="1943832" indent="0">
              <a:buNone/>
              <a:defRPr sz="1417"/>
            </a:lvl7pPr>
            <a:lvl8pPr marL="2267803" indent="0">
              <a:buNone/>
              <a:defRPr sz="1417"/>
            </a:lvl8pPr>
            <a:lvl9pPr marL="2591775" indent="0">
              <a:buNone/>
              <a:defRPr sz="141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762" y="1457802"/>
            <a:ext cx="2972218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1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4798" y="258715"/>
            <a:ext cx="1987079" cy="41180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3562" y="258715"/>
            <a:ext cx="5846043" cy="41180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4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562" y="258715"/>
            <a:ext cx="7948315" cy="939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562" y="1293574"/>
            <a:ext cx="7948315" cy="3083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61" y="4503887"/>
            <a:ext cx="2073474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5908B93-253A-E34A-9D4C-2A02FD66E1D8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52614" y="4503887"/>
            <a:ext cx="311021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08403" y="4503887"/>
            <a:ext cx="2073474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1286ADA-FD52-0149-AAC8-E13F69FB0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308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47944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86" indent="-161986" algn="l" defTabSz="647944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5958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09930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457874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81846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105817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29789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53761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47944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971916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295888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61986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4383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67803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91775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rminator 5">
            <a:extLst>
              <a:ext uri="{FF2B5EF4-FFF2-40B4-BE49-F238E27FC236}">
                <a16:creationId xmlns:a16="http://schemas.microsoft.com/office/drawing/2014/main" id="{08E00206-3168-93EB-8152-00DC9DCB2A76}"/>
              </a:ext>
            </a:extLst>
          </p:cNvPr>
          <p:cNvSpPr/>
          <p:nvPr/>
        </p:nvSpPr>
        <p:spPr>
          <a:xfrm rot="16200000">
            <a:off x="-231451" y="492184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20B317CF-4964-4257-8B50-8A73FD01F31B}"/>
              </a:ext>
            </a:extLst>
          </p:cNvPr>
          <p:cNvSpPr/>
          <p:nvPr/>
        </p:nvSpPr>
        <p:spPr>
          <a:xfrm rot="16200000">
            <a:off x="-71590" y="1692493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330377A9-DCBC-D4FD-DBEE-E3255136DAF2}"/>
              </a:ext>
            </a:extLst>
          </p:cNvPr>
          <p:cNvSpPr/>
          <p:nvPr/>
        </p:nvSpPr>
        <p:spPr>
          <a:xfrm rot="16200000">
            <a:off x="254324" y="1532632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rminator 8">
            <a:extLst>
              <a:ext uri="{FF2B5EF4-FFF2-40B4-BE49-F238E27FC236}">
                <a16:creationId xmlns:a16="http://schemas.microsoft.com/office/drawing/2014/main" id="{67DECF0A-1597-11B7-5548-F8AF09C392EF}"/>
              </a:ext>
            </a:extLst>
          </p:cNvPr>
          <p:cNvSpPr/>
          <p:nvPr/>
        </p:nvSpPr>
        <p:spPr>
          <a:xfrm rot="16200000">
            <a:off x="414185" y="332323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rminator 9">
            <a:extLst>
              <a:ext uri="{FF2B5EF4-FFF2-40B4-BE49-F238E27FC236}">
                <a16:creationId xmlns:a16="http://schemas.microsoft.com/office/drawing/2014/main" id="{FCDE9A3F-7C8C-AB20-5BFB-56DA4A8487A7}"/>
              </a:ext>
            </a:extLst>
          </p:cNvPr>
          <p:cNvSpPr/>
          <p:nvPr/>
        </p:nvSpPr>
        <p:spPr>
          <a:xfrm rot="16200000">
            <a:off x="740099" y="492184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rminator 10">
            <a:extLst>
              <a:ext uri="{FF2B5EF4-FFF2-40B4-BE49-F238E27FC236}">
                <a16:creationId xmlns:a16="http://schemas.microsoft.com/office/drawing/2014/main" id="{0C24308B-B84F-BB45-B1FC-4B4588FE44CE}"/>
              </a:ext>
            </a:extLst>
          </p:cNvPr>
          <p:cNvSpPr/>
          <p:nvPr/>
        </p:nvSpPr>
        <p:spPr>
          <a:xfrm rot="16200000">
            <a:off x="899960" y="1692493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BD2550C1-2AFA-E0CD-CBD5-507D46690CBD}"/>
              </a:ext>
            </a:extLst>
          </p:cNvPr>
          <p:cNvSpPr/>
          <p:nvPr/>
        </p:nvSpPr>
        <p:spPr>
          <a:xfrm rot="16200000">
            <a:off x="1225874" y="1532632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rminator 12">
            <a:extLst>
              <a:ext uri="{FF2B5EF4-FFF2-40B4-BE49-F238E27FC236}">
                <a16:creationId xmlns:a16="http://schemas.microsoft.com/office/drawing/2014/main" id="{FD64D8A2-2B5F-57FA-77CE-4DE5E78815E4}"/>
              </a:ext>
            </a:extLst>
          </p:cNvPr>
          <p:cNvSpPr/>
          <p:nvPr/>
        </p:nvSpPr>
        <p:spPr>
          <a:xfrm rot="16200000">
            <a:off x="1385735" y="332323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rminator 13">
            <a:extLst>
              <a:ext uri="{FF2B5EF4-FFF2-40B4-BE49-F238E27FC236}">
                <a16:creationId xmlns:a16="http://schemas.microsoft.com/office/drawing/2014/main" id="{EEFE96FF-B4C6-8FA4-D57C-2C920420CE24}"/>
              </a:ext>
            </a:extLst>
          </p:cNvPr>
          <p:cNvSpPr/>
          <p:nvPr/>
        </p:nvSpPr>
        <p:spPr>
          <a:xfrm rot="16200000">
            <a:off x="1688787" y="475039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rminator 14">
            <a:extLst>
              <a:ext uri="{FF2B5EF4-FFF2-40B4-BE49-F238E27FC236}">
                <a16:creationId xmlns:a16="http://schemas.microsoft.com/office/drawing/2014/main" id="{939799DA-58BF-B5A0-E224-BFC6D7BE5097}"/>
              </a:ext>
            </a:extLst>
          </p:cNvPr>
          <p:cNvSpPr/>
          <p:nvPr/>
        </p:nvSpPr>
        <p:spPr>
          <a:xfrm rot="16200000">
            <a:off x="1848648" y="1675348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rminator 41">
            <a:extLst>
              <a:ext uri="{FF2B5EF4-FFF2-40B4-BE49-F238E27FC236}">
                <a16:creationId xmlns:a16="http://schemas.microsoft.com/office/drawing/2014/main" id="{9AFE16D6-F3A3-24C7-96E8-08C370AF949F}"/>
              </a:ext>
            </a:extLst>
          </p:cNvPr>
          <p:cNvSpPr/>
          <p:nvPr/>
        </p:nvSpPr>
        <p:spPr>
          <a:xfrm rot="16200000">
            <a:off x="2151699" y="1532631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rminator 42">
            <a:extLst>
              <a:ext uri="{FF2B5EF4-FFF2-40B4-BE49-F238E27FC236}">
                <a16:creationId xmlns:a16="http://schemas.microsoft.com/office/drawing/2014/main" id="{03991E35-493A-F7A1-470F-58DE60FEC63A}"/>
              </a:ext>
            </a:extLst>
          </p:cNvPr>
          <p:cNvSpPr/>
          <p:nvPr/>
        </p:nvSpPr>
        <p:spPr>
          <a:xfrm rot="16200000">
            <a:off x="2311560" y="332322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rminator 43">
            <a:extLst>
              <a:ext uri="{FF2B5EF4-FFF2-40B4-BE49-F238E27FC236}">
                <a16:creationId xmlns:a16="http://schemas.microsoft.com/office/drawing/2014/main" id="{641845B1-B69C-2D78-D012-F2A22BAA8A40}"/>
              </a:ext>
            </a:extLst>
          </p:cNvPr>
          <p:cNvSpPr/>
          <p:nvPr/>
        </p:nvSpPr>
        <p:spPr>
          <a:xfrm rot="16200000">
            <a:off x="2785646" y="492185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rminator 44">
            <a:extLst>
              <a:ext uri="{FF2B5EF4-FFF2-40B4-BE49-F238E27FC236}">
                <a16:creationId xmlns:a16="http://schemas.microsoft.com/office/drawing/2014/main" id="{08320418-D30D-030D-4609-838BAE3E836B}"/>
              </a:ext>
            </a:extLst>
          </p:cNvPr>
          <p:cNvSpPr/>
          <p:nvPr/>
        </p:nvSpPr>
        <p:spPr>
          <a:xfrm rot="16200000">
            <a:off x="2945507" y="169249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rminator 45">
            <a:extLst>
              <a:ext uri="{FF2B5EF4-FFF2-40B4-BE49-F238E27FC236}">
                <a16:creationId xmlns:a16="http://schemas.microsoft.com/office/drawing/2014/main" id="{69D2F181-B102-8224-382E-CE00FC6F7D39}"/>
              </a:ext>
            </a:extLst>
          </p:cNvPr>
          <p:cNvSpPr/>
          <p:nvPr/>
        </p:nvSpPr>
        <p:spPr>
          <a:xfrm rot="16200000">
            <a:off x="3271421" y="1532633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rminator 46">
            <a:extLst>
              <a:ext uri="{FF2B5EF4-FFF2-40B4-BE49-F238E27FC236}">
                <a16:creationId xmlns:a16="http://schemas.microsoft.com/office/drawing/2014/main" id="{513ED174-FA9D-2DA7-DA22-F51CC3B74A47}"/>
              </a:ext>
            </a:extLst>
          </p:cNvPr>
          <p:cNvSpPr/>
          <p:nvPr/>
        </p:nvSpPr>
        <p:spPr>
          <a:xfrm rot="16200000">
            <a:off x="3431282" y="33232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rminator 47">
            <a:extLst>
              <a:ext uri="{FF2B5EF4-FFF2-40B4-BE49-F238E27FC236}">
                <a16:creationId xmlns:a16="http://schemas.microsoft.com/office/drawing/2014/main" id="{2D95264E-2E7E-282C-52EE-8E580B5DA815}"/>
              </a:ext>
            </a:extLst>
          </p:cNvPr>
          <p:cNvSpPr/>
          <p:nvPr/>
        </p:nvSpPr>
        <p:spPr>
          <a:xfrm rot="16200000">
            <a:off x="3757196" y="492185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rminator 48">
            <a:extLst>
              <a:ext uri="{FF2B5EF4-FFF2-40B4-BE49-F238E27FC236}">
                <a16:creationId xmlns:a16="http://schemas.microsoft.com/office/drawing/2014/main" id="{9789EF6E-317C-1E55-7D78-98AD7A71A6EA}"/>
              </a:ext>
            </a:extLst>
          </p:cNvPr>
          <p:cNvSpPr/>
          <p:nvPr/>
        </p:nvSpPr>
        <p:spPr>
          <a:xfrm rot="16200000">
            <a:off x="3917057" y="169249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rminator 49">
            <a:extLst>
              <a:ext uri="{FF2B5EF4-FFF2-40B4-BE49-F238E27FC236}">
                <a16:creationId xmlns:a16="http://schemas.microsoft.com/office/drawing/2014/main" id="{88391228-769B-3B25-48BC-F03C16E398F2}"/>
              </a:ext>
            </a:extLst>
          </p:cNvPr>
          <p:cNvSpPr/>
          <p:nvPr/>
        </p:nvSpPr>
        <p:spPr>
          <a:xfrm rot="16200000">
            <a:off x="4242971" y="1532633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rminator 50">
            <a:extLst>
              <a:ext uri="{FF2B5EF4-FFF2-40B4-BE49-F238E27FC236}">
                <a16:creationId xmlns:a16="http://schemas.microsoft.com/office/drawing/2014/main" id="{3AB4F457-02ED-CA0A-A0A1-9E97FB2474E5}"/>
              </a:ext>
            </a:extLst>
          </p:cNvPr>
          <p:cNvSpPr/>
          <p:nvPr/>
        </p:nvSpPr>
        <p:spPr>
          <a:xfrm rot="16200000">
            <a:off x="4402832" y="33232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rminator 51">
            <a:extLst>
              <a:ext uri="{FF2B5EF4-FFF2-40B4-BE49-F238E27FC236}">
                <a16:creationId xmlns:a16="http://schemas.microsoft.com/office/drawing/2014/main" id="{0523039D-F254-1659-B76B-A2AB0F7AD923}"/>
              </a:ext>
            </a:extLst>
          </p:cNvPr>
          <p:cNvSpPr/>
          <p:nvPr/>
        </p:nvSpPr>
        <p:spPr>
          <a:xfrm rot="16200000">
            <a:off x="4705884" y="475040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rminator 52">
            <a:extLst>
              <a:ext uri="{FF2B5EF4-FFF2-40B4-BE49-F238E27FC236}">
                <a16:creationId xmlns:a16="http://schemas.microsoft.com/office/drawing/2014/main" id="{598B06ED-7C7F-A5A1-9458-F26BAF3F4AF4}"/>
              </a:ext>
            </a:extLst>
          </p:cNvPr>
          <p:cNvSpPr/>
          <p:nvPr/>
        </p:nvSpPr>
        <p:spPr>
          <a:xfrm rot="16200000">
            <a:off x="4865745" y="167534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rminator 53">
            <a:extLst>
              <a:ext uri="{FF2B5EF4-FFF2-40B4-BE49-F238E27FC236}">
                <a16:creationId xmlns:a16="http://schemas.microsoft.com/office/drawing/2014/main" id="{1B352212-6932-4E0E-0CF4-D94C3457CC81}"/>
              </a:ext>
            </a:extLst>
          </p:cNvPr>
          <p:cNvSpPr/>
          <p:nvPr/>
        </p:nvSpPr>
        <p:spPr>
          <a:xfrm rot="16200000">
            <a:off x="5168796" y="1532632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rminator 54">
            <a:extLst>
              <a:ext uri="{FF2B5EF4-FFF2-40B4-BE49-F238E27FC236}">
                <a16:creationId xmlns:a16="http://schemas.microsoft.com/office/drawing/2014/main" id="{6F562A3C-450B-234E-7CCD-2BEA46CCAD5D}"/>
              </a:ext>
            </a:extLst>
          </p:cNvPr>
          <p:cNvSpPr/>
          <p:nvPr/>
        </p:nvSpPr>
        <p:spPr>
          <a:xfrm rot="16200000">
            <a:off x="5328657" y="332323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rminator 55">
            <a:extLst>
              <a:ext uri="{FF2B5EF4-FFF2-40B4-BE49-F238E27FC236}">
                <a16:creationId xmlns:a16="http://schemas.microsoft.com/office/drawing/2014/main" id="{DBAFF276-DE45-D65E-25DD-764374202469}"/>
              </a:ext>
            </a:extLst>
          </p:cNvPr>
          <p:cNvSpPr/>
          <p:nvPr/>
        </p:nvSpPr>
        <p:spPr>
          <a:xfrm rot="16200000">
            <a:off x="5798277" y="475040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rminator 56">
            <a:extLst>
              <a:ext uri="{FF2B5EF4-FFF2-40B4-BE49-F238E27FC236}">
                <a16:creationId xmlns:a16="http://schemas.microsoft.com/office/drawing/2014/main" id="{4804B517-5F49-4E56-B535-0B2885629E15}"/>
              </a:ext>
            </a:extLst>
          </p:cNvPr>
          <p:cNvSpPr/>
          <p:nvPr/>
        </p:nvSpPr>
        <p:spPr>
          <a:xfrm rot="16200000">
            <a:off x="5958138" y="167534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rminator 57">
            <a:extLst>
              <a:ext uri="{FF2B5EF4-FFF2-40B4-BE49-F238E27FC236}">
                <a16:creationId xmlns:a16="http://schemas.microsoft.com/office/drawing/2014/main" id="{3B32B3B7-C810-A912-E998-9B855034FC2E}"/>
              </a:ext>
            </a:extLst>
          </p:cNvPr>
          <p:cNvSpPr/>
          <p:nvPr/>
        </p:nvSpPr>
        <p:spPr>
          <a:xfrm rot="16200000">
            <a:off x="6284052" y="1515488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rminator 58">
            <a:extLst>
              <a:ext uri="{FF2B5EF4-FFF2-40B4-BE49-F238E27FC236}">
                <a16:creationId xmlns:a16="http://schemas.microsoft.com/office/drawing/2014/main" id="{C0E87945-310A-4E89-6E44-484D38C953E0}"/>
              </a:ext>
            </a:extLst>
          </p:cNvPr>
          <p:cNvSpPr/>
          <p:nvPr/>
        </p:nvSpPr>
        <p:spPr>
          <a:xfrm rot="16200000">
            <a:off x="6443913" y="31517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rminator 59">
            <a:extLst>
              <a:ext uri="{FF2B5EF4-FFF2-40B4-BE49-F238E27FC236}">
                <a16:creationId xmlns:a16="http://schemas.microsoft.com/office/drawing/2014/main" id="{28B10D49-CBB5-0F57-7A3D-7C83D0C58C47}"/>
              </a:ext>
            </a:extLst>
          </p:cNvPr>
          <p:cNvSpPr/>
          <p:nvPr/>
        </p:nvSpPr>
        <p:spPr>
          <a:xfrm rot="16200000">
            <a:off x="6769827" y="475040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rminator 60">
            <a:extLst>
              <a:ext uri="{FF2B5EF4-FFF2-40B4-BE49-F238E27FC236}">
                <a16:creationId xmlns:a16="http://schemas.microsoft.com/office/drawing/2014/main" id="{AA7FB416-5B9C-46A9-EBEC-7B34997E490E}"/>
              </a:ext>
            </a:extLst>
          </p:cNvPr>
          <p:cNvSpPr/>
          <p:nvPr/>
        </p:nvSpPr>
        <p:spPr>
          <a:xfrm rot="16200000">
            <a:off x="6929688" y="167534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rminator 61">
            <a:extLst>
              <a:ext uri="{FF2B5EF4-FFF2-40B4-BE49-F238E27FC236}">
                <a16:creationId xmlns:a16="http://schemas.microsoft.com/office/drawing/2014/main" id="{535CA69B-1A36-7E84-C960-8C2AD132C639}"/>
              </a:ext>
            </a:extLst>
          </p:cNvPr>
          <p:cNvSpPr/>
          <p:nvPr/>
        </p:nvSpPr>
        <p:spPr>
          <a:xfrm rot="16200000">
            <a:off x="7255602" y="1515488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rminator 62">
            <a:extLst>
              <a:ext uri="{FF2B5EF4-FFF2-40B4-BE49-F238E27FC236}">
                <a16:creationId xmlns:a16="http://schemas.microsoft.com/office/drawing/2014/main" id="{CF781A6E-4AF3-23A3-9426-40D0BECF16F2}"/>
              </a:ext>
            </a:extLst>
          </p:cNvPr>
          <p:cNvSpPr/>
          <p:nvPr/>
        </p:nvSpPr>
        <p:spPr>
          <a:xfrm rot="16200000">
            <a:off x="7415463" y="31517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rminator 63">
            <a:extLst>
              <a:ext uri="{FF2B5EF4-FFF2-40B4-BE49-F238E27FC236}">
                <a16:creationId xmlns:a16="http://schemas.microsoft.com/office/drawing/2014/main" id="{1DF6D571-7B29-BB33-65FB-69DFBC9C90D8}"/>
              </a:ext>
            </a:extLst>
          </p:cNvPr>
          <p:cNvSpPr/>
          <p:nvPr/>
        </p:nvSpPr>
        <p:spPr>
          <a:xfrm rot="16200000">
            <a:off x="7718515" y="457895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rminator 64">
            <a:extLst>
              <a:ext uri="{FF2B5EF4-FFF2-40B4-BE49-F238E27FC236}">
                <a16:creationId xmlns:a16="http://schemas.microsoft.com/office/drawing/2014/main" id="{841607AE-CBE2-FFF4-93D4-B9828E2D1347}"/>
              </a:ext>
            </a:extLst>
          </p:cNvPr>
          <p:cNvSpPr/>
          <p:nvPr/>
        </p:nvSpPr>
        <p:spPr>
          <a:xfrm rot="16200000">
            <a:off x="7878376" y="165820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Terminator 65">
            <a:extLst>
              <a:ext uri="{FF2B5EF4-FFF2-40B4-BE49-F238E27FC236}">
                <a16:creationId xmlns:a16="http://schemas.microsoft.com/office/drawing/2014/main" id="{C7675A1D-CD7B-A8E9-F7E4-C1F59C05161E}"/>
              </a:ext>
            </a:extLst>
          </p:cNvPr>
          <p:cNvSpPr/>
          <p:nvPr/>
        </p:nvSpPr>
        <p:spPr>
          <a:xfrm rot="16200000">
            <a:off x="8181427" y="1515487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rminator 66">
            <a:extLst>
              <a:ext uri="{FF2B5EF4-FFF2-40B4-BE49-F238E27FC236}">
                <a16:creationId xmlns:a16="http://schemas.microsoft.com/office/drawing/2014/main" id="{FADB140C-A5EA-991A-F34C-4AC41D9990B1}"/>
              </a:ext>
            </a:extLst>
          </p:cNvPr>
          <p:cNvSpPr/>
          <p:nvPr/>
        </p:nvSpPr>
        <p:spPr>
          <a:xfrm rot="16200000">
            <a:off x="8341288" y="315178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rminator 67">
            <a:extLst>
              <a:ext uri="{FF2B5EF4-FFF2-40B4-BE49-F238E27FC236}">
                <a16:creationId xmlns:a16="http://schemas.microsoft.com/office/drawing/2014/main" id="{7292AE11-859B-4538-B636-19558F3275F3}"/>
              </a:ext>
            </a:extLst>
          </p:cNvPr>
          <p:cNvSpPr/>
          <p:nvPr/>
        </p:nvSpPr>
        <p:spPr>
          <a:xfrm rot="16200000">
            <a:off x="-231451" y="2927089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Terminator 68">
            <a:extLst>
              <a:ext uri="{FF2B5EF4-FFF2-40B4-BE49-F238E27FC236}">
                <a16:creationId xmlns:a16="http://schemas.microsoft.com/office/drawing/2014/main" id="{A17489C8-88CE-6210-2C09-CB21CBB65784}"/>
              </a:ext>
            </a:extLst>
          </p:cNvPr>
          <p:cNvSpPr/>
          <p:nvPr/>
        </p:nvSpPr>
        <p:spPr>
          <a:xfrm rot="16200000">
            <a:off x="-71590" y="4127398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rminator 69">
            <a:extLst>
              <a:ext uri="{FF2B5EF4-FFF2-40B4-BE49-F238E27FC236}">
                <a16:creationId xmlns:a16="http://schemas.microsoft.com/office/drawing/2014/main" id="{3A066A6B-4FA7-0E62-36CC-A8CD188D2302}"/>
              </a:ext>
            </a:extLst>
          </p:cNvPr>
          <p:cNvSpPr/>
          <p:nvPr/>
        </p:nvSpPr>
        <p:spPr>
          <a:xfrm rot="16200000">
            <a:off x="254324" y="3967537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Terminator 70">
            <a:extLst>
              <a:ext uri="{FF2B5EF4-FFF2-40B4-BE49-F238E27FC236}">
                <a16:creationId xmlns:a16="http://schemas.microsoft.com/office/drawing/2014/main" id="{189E994C-DF72-9728-FF9B-A08805CE538D}"/>
              </a:ext>
            </a:extLst>
          </p:cNvPr>
          <p:cNvSpPr/>
          <p:nvPr/>
        </p:nvSpPr>
        <p:spPr>
          <a:xfrm rot="16200000">
            <a:off x="414185" y="2767228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rminator 71">
            <a:extLst>
              <a:ext uri="{FF2B5EF4-FFF2-40B4-BE49-F238E27FC236}">
                <a16:creationId xmlns:a16="http://schemas.microsoft.com/office/drawing/2014/main" id="{AC920C94-D1C5-0E6C-2B66-816B1642AF5F}"/>
              </a:ext>
            </a:extLst>
          </p:cNvPr>
          <p:cNvSpPr/>
          <p:nvPr/>
        </p:nvSpPr>
        <p:spPr>
          <a:xfrm rot="16200000">
            <a:off x="740099" y="2927089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rminator 72">
            <a:extLst>
              <a:ext uri="{FF2B5EF4-FFF2-40B4-BE49-F238E27FC236}">
                <a16:creationId xmlns:a16="http://schemas.microsoft.com/office/drawing/2014/main" id="{F751180C-1377-B738-90AD-1FD79E3A28B2}"/>
              </a:ext>
            </a:extLst>
          </p:cNvPr>
          <p:cNvSpPr/>
          <p:nvPr/>
        </p:nvSpPr>
        <p:spPr>
          <a:xfrm rot="16200000">
            <a:off x="899960" y="4127398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Terminator 73">
            <a:extLst>
              <a:ext uri="{FF2B5EF4-FFF2-40B4-BE49-F238E27FC236}">
                <a16:creationId xmlns:a16="http://schemas.microsoft.com/office/drawing/2014/main" id="{2A8FFED8-25DB-C782-19D8-0B80D04638BC}"/>
              </a:ext>
            </a:extLst>
          </p:cNvPr>
          <p:cNvSpPr/>
          <p:nvPr/>
        </p:nvSpPr>
        <p:spPr>
          <a:xfrm rot="16200000">
            <a:off x="1225874" y="3967537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rminator 74">
            <a:extLst>
              <a:ext uri="{FF2B5EF4-FFF2-40B4-BE49-F238E27FC236}">
                <a16:creationId xmlns:a16="http://schemas.microsoft.com/office/drawing/2014/main" id="{87F94348-0018-81F2-4B65-27564FE9C2A1}"/>
              </a:ext>
            </a:extLst>
          </p:cNvPr>
          <p:cNvSpPr/>
          <p:nvPr/>
        </p:nvSpPr>
        <p:spPr>
          <a:xfrm rot="16200000">
            <a:off x="1385735" y="2767228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rminator 75">
            <a:extLst>
              <a:ext uri="{FF2B5EF4-FFF2-40B4-BE49-F238E27FC236}">
                <a16:creationId xmlns:a16="http://schemas.microsoft.com/office/drawing/2014/main" id="{AE2F964E-E24E-4EC6-5BE3-694B915AC568}"/>
              </a:ext>
            </a:extLst>
          </p:cNvPr>
          <p:cNvSpPr/>
          <p:nvPr/>
        </p:nvSpPr>
        <p:spPr>
          <a:xfrm rot="16200000">
            <a:off x="1688787" y="2909944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Terminator 76">
            <a:extLst>
              <a:ext uri="{FF2B5EF4-FFF2-40B4-BE49-F238E27FC236}">
                <a16:creationId xmlns:a16="http://schemas.microsoft.com/office/drawing/2014/main" id="{8E738DCF-2CC4-8068-E80E-1DAB15B71F70}"/>
              </a:ext>
            </a:extLst>
          </p:cNvPr>
          <p:cNvSpPr/>
          <p:nvPr/>
        </p:nvSpPr>
        <p:spPr>
          <a:xfrm rot="16200000">
            <a:off x="1848648" y="4110253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Terminator 77">
            <a:extLst>
              <a:ext uri="{FF2B5EF4-FFF2-40B4-BE49-F238E27FC236}">
                <a16:creationId xmlns:a16="http://schemas.microsoft.com/office/drawing/2014/main" id="{485A1A3C-56F6-F798-7723-67CCC947A8E9}"/>
              </a:ext>
            </a:extLst>
          </p:cNvPr>
          <p:cNvSpPr/>
          <p:nvPr/>
        </p:nvSpPr>
        <p:spPr>
          <a:xfrm rot="16200000">
            <a:off x="2151699" y="3967536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Terminator 78">
            <a:extLst>
              <a:ext uri="{FF2B5EF4-FFF2-40B4-BE49-F238E27FC236}">
                <a16:creationId xmlns:a16="http://schemas.microsoft.com/office/drawing/2014/main" id="{0D927F67-495C-569D-339A-207AA50B87A2}"/>
              </a:ext>
            </a:extLst>
          </p:cNvPr>
          <p:cNvSpPr/>
          <p:nvPr/>
        </p:nvSpPr>
        <p:spPr>
          <a:xfrm rot="16200000">
            <a:off x="2311560" y="2767227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rminator 79">
            <a:extLst>
              <a:ext uri="{FF2B5EF4-FFF2-40B4-BE49-F238E27FC236}">
                <a16:creationId xmlns:a16="http://schemas.microsoft.com/office/drawing/2014/main" id="{394D4F34-31CA-F84E-9DEE-38087923AE03}"/>
              </a:ext>
            </a:extLst>
          </p:cNvPr>
          <p:cNvSpPr/>
          <p:nvPr/>
        </p:nvSpPr>
        <p:spPr>
          <a:xfrm rot="16200000">
            <a:off x="2785646" y="2927090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Terminator 80">
            <a:extLst>
              <a:ext uri="{FF2B5EF4-FFF2-40B4-BE49-F238E27FC236}">
                <a16:creationId xmlns:a16="http://schemas.microsoft.com/office/drawing/2014/main" id="{9BE7F651-9EA6-1526-FE4E-98D4DEDC3EC7}"/>
              </a:ext>
            </a:extLst>
          </p:cNvPr>
          <p:cNvSpPr/>
          <p:nvPr/>
        </p:nvSpPr>
        <p:spPr>
          <a:xfrm rot="16200000">
            <a:off x="2945507" y="412739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rminator 81">
            <a:extLst>
              <a:ext uri="{FF2B5EF4-FFF2-40B4-BE49-F238E27FC236}">
                <a16:creationId xmlns:a16="http://schemas.microsoft.com/office/drawing/2014/main" id="{1E1BE95C-1FAC-5838-1407-83178BACF1D4}"/>
              </a:ext>
            </a:extLst>
          </p:cNvPr>
          <p:cNvSpPr/>
          <p:nvPr/>
        </p:nvSpPr>
        <p:spPr>
          <a:xfrm rot="16200000">
            <a:off x="3271421" y="3967538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rminator 82">
            <a:extLst>
              <a:ext uri="{FF2B5EF4-FFF2-40B4-BE49-F238E27FC236}">
                <a16:creationId xmlns:a16="http://schemas.microsoft.com/office/drawing/2014/main" id="{2EF65EE3-3591-F499-77CE-AE5735A52F10}"/>
              </a:ext>
            </a:extLst>
          </p:cNvPr>
          <p:cNvSpPr/>
          <p:nvPr/>
        </p:nvSpPr>
        <p:spPr>
          <a:xfrm rot="16200000">
            <a:off x="3431282" y="276722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rminator 83">
            <a:extLst>
              <a:ext uri="{FF2B5EF4-FFF2-40B4-BE49-F238E27FC236}">
                <a16:creationId xmlns:a16="http://schemas.microsoft.com/office/drawing/2014/main" id="{69B63BB0-D243-2548-5C48-FD68497A2F61}"/>
              </a:ext>
            </a:extLst>
          </p:cNvPr>
          <p:cNvSpPr/>
          <p:nvPr/>
        </p:nvSpPr>
        <p:spPr>
          <a:xfrm rot="16200000">
            <a:off x="3757196" y="2927090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rminator 84">
            <a:extLst>
              <a:ext uri="{FF2B5EF4-FFF2-40B4-BE49-F238E27FC236}">
                <a16:creationId xmlns:a16="http://schemas.microsoft.com/office/drawing/2014/main" id="{11E547DC-4A2F-12C5-6C5E-100588209680}"/>
              </a:ext>
            </a:extLst>
          </p:cNvPr>
          <p:cNvSpPr/>
          <p:nvPr/>
        </p:nvSpPr>
        <p:spPr>
          <a:xfrm rot="16200000">
            <a:off x="3917057" y="412739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Terminator 85">
            <a:extLst>
              <a:ext uri="{FF2B5EF4-FFF2-40B4-BE49-F238E27FC236}">
                <a16:creationId xmlns:a16="http://schemas.microsoft.com/office/drawing/2014/main" id="{0597E701-067E-73A5-943F-ED91322C8B20}"/>
              </a:ext>
            </a:extLst>
          </p:cNvPr>
          <p:cNvSpPr/>
          <p:nvPr/>
        </p:nvSpPr>
        <p:spPr>
          <a:xfrm rot="16200000">
            <a:off x="4242971" y="3967538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rminator 86">
            <a:extLst>
              <a:ext uri="{FF2B5EF4-FFF2-40B4-BE49-F238E27FC236}">
                <a16:creationId xmlns:a16="http://schemas.microsoft.com/office/drawing/2014/main" id="{BCCD1760-49A8-5E8C-EB80-475D7EABEE79}"/>
              </a:ext>
            </a:extLst>
          </p:cNvPr>
          <p:cNvSpPr/>
          <p:nvPr/>
        </p:nvSpPr>
        <p:spPr>
          <a:xfrm rot="16200000">
            <a:off x="4402832" y="276722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Terminator 87">
            <a:extLst>
              <a:ext uri="{FF2B5EF4-FFF2-40B4-BE49-F238E27FC236}">
                <a16:creationId xmlns:a16="http://schemas.microsoft.com/office/drawing/2014/main" id="{DB44491B-A0EC-10F1-DC3C-7DC23320B716}"/>
              </a:ext>
            </a:extLst>
          </p:cNvPr>
          <p:cNvSpPr/>
          <p:nvPr/>
        </p:nvSpPr>
        <p:spPr>
          <a:xfrm rot="16200000">
            <a:off x="4705884" y="2909945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rminator 88">
            <a:extLst>
              <a:ext uri="{FF2B5EF4-FFF2-40B4-BE49-F238E27FC236}">
                <a16:creationId xmlns:a16="http://schemas.microsoft.com/office/drawing/2014/main" id="{0F6D3A99-34A8-B0AA-59DE-2EF31FA02634}"/>
              </a:ext>
            </a:extLst>
          </p:cNvPr>
          <p:cNvSpPr/>
          <p:nvPr/>
        </p:nvSpPr>
        <p:spPr>
          <a:xfrm rot="16200000">
            <a:off x="4865745" y="411025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rminator 89">
            <a:extLst>
              <a:ext uri="{FF2B5EF4-FFF2-40B4-BE49-F238E27FC236}">
                <a16:creationId xmlns:a16="http://schemas.microsoft.com/office/drawing/2014/main" id="{DA66221B-DFE6-A449-4895-F54F5816BE49}"/>
              </a:ext>
            </a:extLst>
          </p:cNvPr>
          <p:cNvSpPr/>
          <p:nvPr/>
        </p:nvSpPr>
        <p:spPr>
          <a:xfrm rot="16200000">
            <a:off x="5168796" y="3967537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rminator 90">
            <a:extLst>
              <a:ext uri="{FF2B5EF4-FFF2-40B4-BE49-F238E27FC236}">
                <a16:creationId xmlns:a16="http://schemas.microsoft.com/office/drawing/2014/main" id="{19B90D55-1C49-957F-4B5E-CB9EF013ADF6}"/>
              </a:ext>
            </a:extLst>
          </p:cNvPr>
          <p:cNvSpPr/>
          <p:nvPr/>
        </p:nvSpPr>
        <p:spPr>
          <a:xfrm rot="16200000">
            <a:off x="5328657" y="2767228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Terminator 91">
            <a:extLst>
              <a:ext uri="{FF2B5EF4-FFF2-40B4-BE49-F238E27FC236}">
                <a16:creationId xmlns:a16="http://schemas.microsoft.com/office/drawing/2014/main" id="{29B8617B-804F-6FBF-BBE9-DE06EBE02B25}"/>
              </a:ext>
            </a:extLst>
          </p:cNvPr>
          <p:cNvSpPr/>
          <p:nvPr/>
        </p:nvSpPr>
        <p:spPr>
          <a:xfrm rot="16200000">
            <a:off x="5798277" y="2909945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Terminator 92">
            <a:extLst>
              <a:ext uri="{FF2B5EF4-FFF2-40B4-BE49-F238E27FC236}">
                <a16:creationId xmlns:a16="http://schemas.microsoft.com/office/drawing/2014/main" id="{0542E80D-90F5-3AD1-9AA4-457D971B89A5}"/>
              </a:ext>
            </a:extLst>
          </p:cNvPr>
          <p:cNvSpPr/>
          <p:nvPr/>
        </p:nvSpPr>
        <p:spPr>
          <a:xfrm rot="16200000">
            <a:off x="5958138" y="411025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Terminator 93">
            <a:extLst>
              <a:ext uri="{FF2B5EF4-FFF2-40B4-BE49-F238E27FC236}">
                <a16:creationId xmlns:a16="http://schemas.microsoft.com/office/drawing/2014/main" id="{10091C6B-5B2A-0C38-B6D1-5692A293B361}"/>
              </a:ext>
            </a:extLst>
          </p:cNvPr>
          <p:cNvSpPr/>
          <p:nvPr/>
        </p:nvSpPr>
        <p:spPr>
          <a:xfrm rot="16200000">
            <a:off x="6284052" y="3950393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Terminator 94">
            <a:extLst>
              <a:ext uri="{FF2B5EF4-FFF2-40B4-BE49-F238E27FC236}">
                <a16:creationId xmlns:a16="http://schemas.microsoft.com/office/drawing/2014/main" id="{1FC89162-95A6-70E7-6023-B08885B63001}"/>
              </a:ext>
            </a:extLst>
          </p:cNvPr>
          <p:cNvSpPr/>
          <p:nvPr/>
        </p:nvSpPr>
        <p:spPr>
          <a:xfrm rot="16200000">
            <a:off x="6443913" y="275008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Terminator 95">
            <a:extLst>
              <a:ext uri="{FF2B5EF4-FFF2-40B4-BE49-F238E27FC236}">
                <a16:creationId xmlns:a16="http://schemas.microsoft.com/office/drawing/2014/main" id="{678EA09B-F9ED-C427-DB53-FB30683D2560}"/>
              </a:ext>
            </a:extLst>
          </p:cNvPr>
          <p:cNvSpPr/>
          <p:nvPr/>
        </p:nvSpPr>
        <p:spPr>
          <a:xfrm rot="16200000">
            <a:off x="6769827" y="2909945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Terminator 96">
            <a:extLst>
              <a:ext uri="{FF2B5EF4-FFF2-40B4-BE49-F238E27FC236}">
                <a16:creationId xmlns:a16="http://schemas.microsoft.com/office/drawing/2014/main" id="{4A78EAC0-58AB-BB09-728C-EED2C2DB6A8F}"/>
              </a:ext>
            </a:extLst>
          </p:cNvPr>
          <p:cNvSpPr/>
          <p:nvPr/>
        </p:nvSpPr>
        <p:spPr>
          <a:xfrm rot="16200000">
            <a:off x="6929688" y="411025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Terminator 97">
            <a:extLst>
              <a:ext uri="{FF2B5EF4-FFF2-40B4-BE49-F238E27FC236}">
                <a16:creationId xmlns:a16="http://schemas.microsoft.com/office/drawing/2014/main" id="{A20D8929-0C93-7013-6CF0-3E8D9FDEC7A3}"/>
              </a:ext>
            </a:extLst>
          </p:cNvPr>
          <p:cNvSpPr/>
          <p:nvPr/>
        </p:nvSpPr>
        <p:spPr>
          <a:xfrm rot="16200000">
            <a:off x="7255602" y="3950393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Terminator 98">
            <a:extLst>
              <a:ext uri="{FF2B5EF4-FFF2-40B4-BE49-F238E27FC236}">
                <a16:creationId xmlns:a16="http://schemas.microsoft.com/office/drawing/2014/main" id="{2389C806-7FBD-6D99-C97A-965A35A46E7B}"/>
              </a:ext>
            </a:extLst>
          </p:cNvPr>
          <p:cNvSpPr/>
          <p:nvPr/>
        </p:nvSpPr>
        <p:spPr>
          <a:xfrm rot="16200000">
            <a:off x="7415463" y="2750084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Terminator 99">
            <a:extLst>
              <a:ext uri="{FF2B5EF4-FFF2-40B4-BE49-F238E27FC236}">
                <a16:creationId xmlns:a16="http://schemas.microsoft.com/office/drawing/2014/main" id="{9114E579-83DE-6A75-7ABD-54819AD83D0F}"/>
              </a:ext>
            </a:extLst>
          </p:cNvPr>
          <p:cNvSpPr/>
          <p:nvPr/>
        </p:nvSpPr>
        <p:spPr>
          <a:xfrm rot="16200000">
            <a:off x="7718515" y="2892800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Terminator 100">
            <a:extLst>
              <a:ext uri="{FF2B5EF4-FFF2-40B4-BE49-F238E27FC236}">
                <a16:creationId xmlns:a16="http://schemas.microsoft.com/office/drawing/2014/main" id="{A0E26DFC-F315-197E-8F48-C33B2F115A0A}"/>
              </a:ext>
            </a:extLst>
          </p:cNvPr>
          <p:cNvSpPr/>
          <p:nvPr/>
        </p:nvSpPr>
        <p:spPr>
          <a:xfrm rot="16200000">
            <a:off x="7878376" y="4093109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Terminator 101">
            <a:extLst>
              <a:ext uri="{FF2B5EF4-FFF2-40B4-BE49-F238E27FC236}">
                <a16:creationId xmlns:a16="http://schemas.microsoft.com/office/drawing/2014/main" id="{44058F33-B9A7-FD52-8334-460F900F6CC3}"/>
              </a:ext>
            </a:extLst>
          </p:cNvPr>
          <p:cNvSpPr/>
          <p:nvPr/>
        </p:nvSpPr>
        <p:spPr>
          <a:xfrm rot="16200000">
            <a:off x="8181427" y="3950392"/>
            <a:ext cx="1291590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Terminator 102">
            <a:extLst>
              <a:ext uri="{FF2B5EF4-FFF2-40B4-BE49-F238E27FC236}">
                <a16:creationId xmlns:a16="http://schemas.microsoft.com/office/drawing/2014/main" id="{DE0AD267-2BEC-189C-69E4-75DA2BC43CFE}"/>
              </a:ext>
            </a:extLst>
          </p:cNvPr>
          <p:cNvSpPr/>
          <p:nvPr/>
        </p:nvSpPr>
        <p:spPr>
          <a:xfrm rot="16200000">
            <a:off x="8341288" y="2750083"/>
            <a:ext cx="971868" cy="409456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44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B298A7F-4B6A-F763-6A66-E8C4F2026454}"/>
              </a:ext>
            </a:extLst>
          </p:cNvPr>
          <p:cNvSpPr/>
          <p:nvPr/>
        </p:nvSpPr>
        <p:spPr>
          <a:xfrm>
            <a:off x="0" y="0"/>
            <a:ext cx="9248775" cy="485933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16DF6056-FB42-EBA5-133F-1D69C11EC086}"/>
              </a:ext>
            </a:extLst>
          </p:cNvPr>
          <p:cNvSpPr/>
          <p:nvPr/>
        </p:nvSpPr>
        <p:spPr>
          <a:xfrm>
            <a:off x="151606" y="581025"/>
            <a:ext cx="8778875" cy="3638550"/>
          </a:xfrm>
          <a:custGeom>
            <a:avLst/>
            <a:gdLst>
              <a:gd name="csX0" fmla="*/ 0 w 8778875"/>
              <a:gd name="csY0" fmla="*/ 0 h 3638550"/>
              <a:gd name="csX1" fmla="*/ 3175 w 8778875"/>
              <a:gd name="csY1" fmla="*/ 3638550 h 3638550"/>
              <a:gd name="csX2" fmla="*/ 8778875 w 8778875"/>
              <a:gd name="csY2" fmla="*/ 3629025 h 3638550"/>
              <a:gd name="csX3" fmla="*/ 8001000 w 8778875"/>
              <a:gd name="csY3" fmla="*/ 1619250 h 3638550"/>
              <a:gd name="csX4" fmla="*/ 5394325 w 8778875"/>
              <a:gd name="csY4" fmla="*/ 1622425 h 3638550"/>
              <a:gd name="csX5" fmla="*/ 3943350 w 8778875"/>
              <a:gd name="csY5" fmla="*/ 0 h 3638550"/>
              <a:gd name="csX6" fmla="*/ 0 w 8778875"/>
              <a:gd name="csY6" fmla="*/ 0 h 3638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78875" h="3638550">
                <a:moveTo>
                  <a:pt x="0" y="0"/>
                </a:moveTo>
                <a:cubicBezTo>
                  <a:pt x="1058" y="1212850"/>
                  <a:pt x="2117" y="2425700"/>
                  <a:pt x="3175" y="3638550"/>
                </a:cubicBezTo>
                <a:lnTo>
                  <a:pt x="8778875" y="3629025"/>
                </a:lnTo>
                <a:lnTo>
                  <a:pt x="8001000" y="1619250"/>
                </a:lnTo>
                <a:lnTo>
                  <a:pt x="5394325" y="1622425"/>
                </a:lnTo>
                <a:lnTo>
                  <a:pt x="394335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FCBBE-D5A2-CE09-0880-62AA889A9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03" y="500618"/>
            <a:ext cx="3810541" cy="13067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600" dirty="0">
                <a:ln w="69850">
                  <a:solidFill>
                    <a:srgbClr val="965200"/>
                  </a:solidFill>
                </a:ln>
                <a:solidFill>
                  <a:srgbClr val="FFC000"/>
                </a:solidFill>
                <a:latin typeface="StarJedi Special Edition" pitchFamily="82" charset="0"/>
              </a:rPr>
              <a:t>Dr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204FD-EA35-1C47-066E-EA5A681ED166}"/>
              </a:ext>
            </a:extLst>
          </p:cNvPr>
          <p:cNvSpPr txBox="1"/>
          <p:nvPr/>
        </p:nvSpPr>
        <p:spPr>
          <a:xfrm>
            <a:off x="329608" y="2279413"/>
            <a:ext cx="8556222" cy="23914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647944">
              <a:lnSpc>
                <a:spcPct val="90000"/>
              </a:lnSpc>
              <a:spcBef>
                <a:spcPts val="709"/>
              </a:spcBef>
              <a:buFont typeface="Arial" panose="020B0604020202020204" pitchFamily="34" charset="0"/>
              <a:buNone/>
              <a:defRPr sz="16600">
                <a:ln w="69850">
                  <a:solidFill>
                    <a:srgbClr val="965200"/>
                  </a:solidFill>
                </a:ln>
                <a:solidFill>
                  <a:srgbClr val="FFC000"/>
                </a:solidFill>
                <a:latin typeface="StarJedi Special Edition" pitchFamily="82" charset="0"/>
              </a:defRPr>
            </a:lvl1pPr>
            <a:lvl2pPr marL="485958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701"/>
            </a:lvl2pPr>
            <a:lvl3pPr marL="809930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417"/>
            </a:lvl3pPr>
            <a:lvl4pPr marL="1133902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275"/>
            </a:lvl4pPr>
            <a:lvl5pPr marL="1457874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275"/>
            </a:lvl5pPr>
            <a:lvl6pPr marL="1781846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275"/>
            </a:lvl6pPr>
            <a:lvl7pPr marL="2105817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275"/>
            </a:lvl7pPr>
            <a:lvl8pPr marL="2429789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275"/>
            </a:lvl8pPr>
            <a:lvl9pPr marL="2753761" indent="-161986" defTabSz="647944">
              <a:lnSpc>
                <a:spcPct val="90000"/>
              </a:lnSpc>
              <a:spcBef>
                <a:spcPts val="354"/>
              </a:spcBef>
              <a:buFont typeface="Arial" panose="020B0604020202020204" pitchFamily="34" charset="0"/>
              <a:buChar char="•"/>
              <a:defRPr sz="1275"/>
            </a:lvl9pPr>
          </a:lstStyle>
          <a:p>
            <a:r>
              <a:rPr lang="en-GB" dirty="0"/>
              <a:t>Jon EA</a:t>
            </a:r>
          </a:p>
        </p:txBody>
      </p:sp>
    </p:spTree>
    <p:extLst>
      <p:ext uri="{BB962C8B-B14F-4D97-AF65-F5344CB8AC3E}">
        <p14:creationId xmlns:p14="http://schemas.microsoft.com/office/powerpoint/2010/main" val="2295170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1113</TotalTime>
  <Words>3</Words>
  <Application>Microsoft Macintosh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StarJedi Special Edition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Durrant</dc:creator>
  <cp:lastModifiedBy>Jon Durrant</cp:lastModifiedBy>
  <cp:revision>3</cp:revision>
  <dcterms:created xsi:type="dcterms:W3CDTF">2026-05-22T14:38:03Z</dcterms:created>
  <dcterms:modified xsi:type="dcterms:W3CDTF">2026-05-23T09:12:44Z</dcterms:modified>
</cp:coreProperties>
</file>